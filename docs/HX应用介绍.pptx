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交付控制框架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WebUI 组织治理  ·  nhx 本地交付  ·  Guide / Check 驱动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组织级资产配置  ·  前馈指导  ·  反馈门禁  ·  人工审批闭环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要解决的问题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编程提速之后，团队落地仍有五类断点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6128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064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需求与实现脱节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13441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目标、边界、验收标准难以稳定传递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709928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8196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1764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组织资产难复用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00253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规范、模板、检查规则散落，项目间难同步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368296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4780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423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交付不可追溯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26609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谁在何时做了什么，缺少统一日志视角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026664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1363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081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多角色协作成本高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1560" y="33192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/ 架构 / 开发 / 测试缺公共控制面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3685032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7947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3739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本地与治理割裂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1560" y="39776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开发侧操作与组织侧资产没有一体化闭环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基本理念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· 内部 Harness · 外部 Harness 三层结构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80160"/>
            <a:ext cx="2606040" cy="109728"/>
          </a:xfrm>
          <a:prstGeom prst="rect">
            <a:avLst/>
          </a:prstGeom>
          <a:solidFill>
            <a:srgbClr val="A8C0D8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645920"/>
            <a:ext cx="868680" cy="8686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基础模型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大模型能力底座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280160"/>
            <a:ext cx="2606040" cy="109728"/>
          </a:xfrm>
          <a:prstGeom prst="rect">
            <a:avLst/>
          </a:prstGeom>
          <a:solidFill>
            <a:srgbClr val="B8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1645920"/>
            <a:ext cx="868680" cy="8686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7472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Harness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3154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 / Code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Cursor、Trae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2801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280160"/>
            <a:ext cx="2606040" cy="1097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1645920"/>
            <a:ext cx="868680" cy="86868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0936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Harness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31546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企业约束、规范与治理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HX 交付控制框架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实现机制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前馈指导生成，反馈确认与迭代结果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前馈  Feedforward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Guide（Skill / Template package / Constraint 等）在生成前注入约束与上下文，指导 Agent 产出。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 Feedback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Check 校验与门禁（含人工审批），确认结果质量，并驱动更正与迭代闭环。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运行时闭环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环境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 / Trae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32004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697480" y="333756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97480" y="38404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前馈注入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97480" y="4114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Pack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2004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33756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8404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反馈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4114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迭代修订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32004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995160" y="333756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38404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门禁通过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4114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进入下一阶段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WebUI 治理 + nhx 交付，前后端双闭环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69080" cy="3383280"/>
          </a:xfrm>
          <a:prstGeom prst="roundRect">
            <a:avLst>
              <a:gd name="adj" fmla="val 2703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WebUI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 HX 维护  ·  项目 HX 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Profile / Stage &amp; Task 矩阵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Guide &amp; Check 资产治理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壳编辑器（Command / Skill）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产物列表 · 审批工单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GitHub 推送 / 项目同步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4069080" cy="3383280"/>
          </a:xfrm>
          <a:prstGeom prst="roundRect">
            <a:avLst>
              <a:gd name="adj" fmla="val 2703"/>
            </a:avLst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nhx CLI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本地交付执行面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init / sync（含 package）投影 IDE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Command / Skill 双壳注入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IDE Hooks 驱动 Check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submit 上传产物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check / approve 门禁与审批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资产配置模型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 → Stage → Task → Guide / Check（无 Suite 中间层）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16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 / standard / strict / enterprise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定义启用的 Stage 与严苛度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216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四阶段交付语义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 · arch · dev · test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216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阶段内工作单元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直接绑定 Guide + Check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9077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前馈资产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/ Template / Constraint 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7432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29000" y="29077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3200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2900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反馈门禁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/ shell / inline / human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29077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200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 + Skill 双投影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 body + appendix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四阶段交付主线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资产可定制，按 Stage 编排 Guide 与 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20574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21488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业务理解 → 调研 → 分析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 → PRD 编写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84048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E8F1F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840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954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human: prd-approved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1097280"/>
            <a:ext cx="2057400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1444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70048" y="21488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子系统 → 选型 → 库表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 → 关键机制 → LLD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97480" y="384048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E8F1F1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3840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954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human: arch-lld-approved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097280"/>
            <a:ext cx="2057400" cy="8229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1444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64608" y="21488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→ propose → design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apply → verify → archive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384048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E8F1F1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840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954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propose→verify 闭环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109728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949440" y="1097280"/>
            <a:ext cx="2057400" cy="8229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14447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59168" y="21488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用例设计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测试执行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86600" y="384048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E8F1F1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3840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954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human: test-cases-approved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配置同步链路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 → 项目 → 本地 .nhx → IDE 投影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 HX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WebUI 维护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 / 资产 / 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377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HX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Profile 初始化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可自定义 Task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377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.nhx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nhx init / sync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package 模版同步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377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49440" y="13716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投影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25603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nhx-* 命令/Skill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Cursor Hooks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9319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与经典 hx / hxhub 并行隔离：本地根 .nhx/，命令前缀 nhx-*，Hooks 合并写入不覆盖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 · 前馈资产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类内置 + 组织自定义 guide.*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325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guide.skill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67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技能规范包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1430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1325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748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guide.template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167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产出模板 / package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325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Constraint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guide.constraint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167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硬约束规则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11430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1325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Exemplar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1965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guide.exemplar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86600" y="21671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好坏范例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69748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2880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Scaffold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guide.scaffold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3721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脚手架注入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269748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697480" y="2880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9184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69748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guide.&lt;slug&gt;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97480" y="3721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组织自定义类型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269748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892040" y="2880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Glossary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9204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guide.glossary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3721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领域术语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49440" y="269748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7086600" y="2880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/>
        </p:spPr>
      </p:sp>
      <p:sp>
        <p:nvSpPr>
          <p:cNvPr id="50" name="Text 48"/>
          <p:cNvSpPr/>
          <p:nvPr/>
        </p:nvSpPr>
        <p:spPr>
          <a:xfrm>
            <a:off x="70866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8096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086600" y="3520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guide.capability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86600" y="3721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 触发与投影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/ Template 等汇入任务壳，注入 IDE 上下文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 资产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· Template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Constraint · Scaffold 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194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7377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壳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 body + appendix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 Shell + Skill Shell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2194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7377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投影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.cursor/commands/nhx-*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.cursor/skills/nhx-*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.trae/skills/nhx-*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/nhx-&lt;stage&gt;-&lt;task&gt; 时注入 Guide；产物扩展名跟随 Template 主文件（如 .docx）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· 反馈门禁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 Check Type · 任务直接绑定（无 Suite）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17957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95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规则文本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0312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注入壳 / Hook，由对话模型评判；本地不调 LLM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874520"/>
            <a:ext cx="8321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00253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002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脚本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03120" y="22402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content 中首个 bash 代码块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697480"/>
            <a:ext cx="8321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82549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25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内置函数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03120" y="30632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file.exists · file.min_bytes · doc.sections_complete · approval.*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8321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648456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7B4B9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48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103120" y="38862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human-check 工单态；默认 prd/arch/test 关卡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触发通道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可多选 · beforeSubmit 不阻断 · stop 失败可 followup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hook:beforeSubmit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提交指令前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不阻断；human 提醒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hook:afterFileEdit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文件编辑后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Scope glob 匹配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hook:stop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回合结束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失败可 followup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nhx check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CLI 通道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65176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task-shell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任务壳附录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2900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壳内要求执行 check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本地交付工作流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nhx 推荐路径：登录 → 同步 → 任务 → 提交 → 审批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" y="1417320"/>
            <a:ext cx="54864" cy="182880"/>
          </a:xfrm>
          <a:prstGeom prst="rect">
            <a:avLst/>
          </a:prstGeom>
          <a:solidFill>
            <a:srgbClr val="B8D4D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005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nhx login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WebUI，写回本地凭证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" y="1965960"/>
            <a:ext cx="54864" cy="182880"/>
          </a:xfrm>
          <a:prstGeom prst="rect">
            <a:avLst/>
          </a:prstGeom>
          <a:solidFill>
            <a:srgbClr val="B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nhx init --project &lt;id&gt; --stages req,dev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首次拉资产并投影 IDE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" y="2514600"/>
            <a:ext cx="54864" cy="182880"/>
          </a:xfrm>
          <a:prstGeom prst="rect">
            <a:avLst/>
          </a:prstGeom>
          <a:solidFill>
            <a:srgbClr val="B8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103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/nhx-&lt;stage&gt;-&lt;task&gt;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任务壳（如 /nhx-req-prd-writing）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" y="3063240"/>
            <a:ext cx="54864" cy="182880"/>
          </a:xfrm>
          <a:prstGeom prst="rect">
            <a:avLst/>
          </a:prstGeom>
          <a:solidFill>
            <a:srgbClr val="B8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2651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nhx submit ./docs/prd 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上传产物到 WebUI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" y="3611880"/>
            <a:ext cx="54864" cy="182880"/>
          </a:xfrm>
          <a:prstGeom prst="rect">
            <a:avLst/>
          </a:prstGeom>
          <a:solidFill>
            <a:srgbClr val="B8D4D4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3200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nhx approve request → WebUI 批准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 human-check，审批人批准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3749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nhx check …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2648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验证门禁（含人工关卡）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HX 交付控制框架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828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组织在 WebUI 治理 Guide / Check，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成员用 nhx 在本地按同一规则交付。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资产优先于流程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29260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 前馈 + Check 反馈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默认可审计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356616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hx 并行隔离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HX 应用介绍</dc:title>
  <dc:subject>WebUI + nhx 交付控制框架</dc:subject>
  <dc:creator>HX</dc:creator>
  <cp:lastModifiedBy>HX</cp:lastModifiedBy>
  <cp:revision>1</cp:revision>
  <dcterms:created xsi:type="dcterms:W3CDTF">2026-07-29T07:23:16Z</dcterms:created>
  <dcterms:modified xsi:type="dcterms:W3CDTF">2026-07-29T07:23:16Z</dcterms:modified>
</cp:coreProperties>
</file>